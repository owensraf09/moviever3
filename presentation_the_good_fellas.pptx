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2D50"/>
    <a:srgbClr val="501537"/>
    <a:srgbClr val="59C9A5"/>
    <a:srgbClr val="FFF9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86F98-973C-8D2B-761C-F532BE1A4907}" v="256" dt="2026-02-05T14:44:28.045"/>
    <p1510:client id="{8E458A30-F183-4855-B077-47AA50D97488}" v="1196" dt="2026-02-05T14:32:51.152"/>
    <p1510:client id="{F421FEAB-FB27-9AA1-DD64-748199847D74}" v="552" dt="2026-02-05T14:34:47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 H" userId="fc08a5ecd08c1565" providerId="LiveId" clId="{262320A8-0100-490B-B866-845C9A2267FB}"/>
    <pc:docChg chg="undo redo custSel addSld delSld modSld modMainMaster">
      <pc:chgData name="N H" userId="fc08a5ecd08c1565" providerId="LiveId" clId="{262320A8-0100-490B-B866-845C9A2267FB}" dt="2026-02-05T14:32:51.152" v="1202" actId="20577"/>
      <pc:docMkLst>
        <pc:docMk/>
      </pc:docMkLst>
      <pc:sldChg chg="addSp delSp modSp mod setBg">
        <pc:chgData name="N H" userId="fc08a5ecd08c1565" providerId="LiveId" clId="{262320A8-0100-490B-B866-845C9A2267FB}" dt="2026-02-05T13:53:03.124" v="363" actId="14100"/>
        <pc:sldMkLst>
          <pc:docMk/>
          <pc:sldMk cId="2425088811" sldId="256"/>
        </pc:sldMkLst>
        <pc:spChg chg="mod">
          <ac:chgData name="N H" userId="fc08a5ecd08c1565" providerId="LiveId" clId="{262320A8-0100-490B-B866-845C9A2267FB}" dt="2026-02-05T13:52:57.444" v="362" actId="14100"/>
          <ac:spMkLst>
            <pc:docMk/>
            <pc:sldMk cId="2425088811" sldId="256"/>
            <ac:spMk id="2" creationId="{3F832993-3652-47C4-EF6B-A8C331819DB8}"/>
          </ac:spMkLst>
        </pc:spChg>
        <pc:spChg chg="del">
          <ac:chgData name="N H" userId="fc08a5ecd08c1565" providerId="LiveId" clId="{262320A8-0100-490B-B866-845C9A2267FB}" dt="2026-02-05T13:52:48.489" v="361" actId="478"/>
          <ac:spMkLst>
            <pc:docMk/>
            <pc:sldMk cId="2425088811" sldId="256"/>
            <ac:spMk id="3" creationId="{F7E8B164-DB46-96B2-0768-794EA29224B6}"/>
          </ac:spMkLst>
        </pc:spChg>
        <pc:spChg chg="add mod">
          <ac:chgData name="N H" userId="fc08a5ecd08c1565" providerId="LiveId" clId="{262320A8-0100-490B-B866-845C9A2267FB}" dt="2026-02-05T13:53:03.124" v="363" actId="14100"/>
          <ac:spMkLst>
            <pc:docMk/>
            <pc:sldMk cId="2425088811" sldId="256"/>
            <ac:spMk id="4" creationId="{EC3BD8D8-36FA-DBBA-1249-F7338F60E7D9}"/>
          </ac:spMkLst>
        </pc:spChg>
        <pc:picChg chg="add mod">
          <ac:chgData name="N H" userId="fc08a5ecd08c1565" providerId="LiveId" clId="{262320A8-0100-490B-B866-845C9A2267FB}" dt="2026-02-05T13:52:38.105" v="330"/>
          <ac:picMkLst>
            <pc:docMk/>
            <pc:sldMk cId="2425088811" sldId="256"/>
            <ac:picMk id="5" creationId="{AFA9E808-53B2-5C07-DF2B-3366ED03255E}"/>
          </ac:picMkLst>
        </pc:picChg>
      </pc:sldChg>
      <pc:sldChg chg="addSp delSp modSp new mod">
        <pc:chgData name="N H" userId="fc08a5ecd08c1565" providerId="LiveId" clId="{262320A8-0100-490B-B866-845C9A2267FB}" dt="2026-02-05T14:32:51.152" v="1202" actId="20577"/>
        <pc:sldMkLst>
          <pc:docMk/>
          <pc:sldMk cId="3517019710" sldId="257"/>
        </pc:sldMkLst>
        <pc:spChg chg="del mod">
          <ac:chgData name="N H" userId="fc08a5ecd08c1565" providerId="LiveId" clId="{262320A8-0100-490B-B866-845C9A2267FB}" dt="2026-02-05T13:45:20.326" v="289" actId="478"/>
          <ac:spMkLst>
            <pc:docMk/>
            <pc:sldMk cId="3517019710" sldId="257"/>
            <ac:spMk id="2" creationId="{34FA5296-8949-9060-9064-574AD0BE29FD}"/>
          </ac:spMkLst>
        </pc:spChg>
        <pc:spChg chg="mod">
          <ac:chgData name="N H" userId="fc08a5ecd08c1565" providerId="LiveId" clId="{262320A8-0100-490B-B866-845C9A2267FB}" dt="2026-02-05T14:32:51.152" v="1202" actId="20577"/>
          <ac:spMkLst>
            <pc:docMk/>
            <pc:sldMk cId="3517019710" sldId="257"/>
            <ac:spMk id="3" creationId="{829CBCCA-4398-47A7-9683-04268C424326}"/>
          </ac:spMkLst>
        </pc:spChg>
        <pc:spChg chg="add mod">
          <ac:chgData name="N H" userId="fc08a5ecd08c1565" providerId="LiveId" clId="{262320A8-0100-490B-B866-845C9A2267FB}" dt="2026-02-05T13:45:27.872" v="300" actId="20577"/>
          <ac:spMkLst>
            <pc:docMk/>
            <pc:sldMk cId="3517019710" sldId="257"/>
            <ac:spMk id="4" creationId="{1833DD9C-9BFE-7192-E383-9032D6A914FC}"/>
          </ac:spMkLst>
        </pc:spChg>
        <pc:spChg chg="add del mod">
          <ac:chgData name="N H" userId="fc08a5ecd08c1565" providerId="LiveId" clId="{262320A8-0100-490B-B866-845C9A2267FB}" dt="2026-02-05T13:45:23.002" v="290" actId="478"/>
          <ac:spMkLst>
            <pc:docMk/>
            <pc:sldMk cId="3517019710" sldId="257"/>
            <ac:spMk id="6" creationId="{3991B901-9D3D-D316-B0F0-70AE43CF4997}"/>
          </ac:spMkLst>
        </pc:spChg>
        <pc:spChg chg="add mod">
          <ac:chgData name="N H" userId="fc08a5ecd08c1565" providerId="LiveId" clId="{262320A8-0100-490B-B866-845C9A2267FB}" dt="2026-02-05T13:56:32.948" v="365"/>
          <ac:spMkLst>
            <pc:docMk/>
            <pc:sldMk cId="3517019710" sldId="257"/>
            <ac:spMk id="7" creationId="{942798A8-7F14-8579-AA3B-28F50C02B136}"/>
          </ac:spMkLst>
        </pc:spChg>
        <pc:picChg chg="add del mod">
          <ac:chgData name="N H" userId="fc08a5ecd08c1565" providerId="LiveId" clId="{262320A8-0100-490B-B866-845C9A2267FB}" dt="2026-02-05T14:28:46.661" v="1099" actId="21"/>
          <ac:picMkLst>
            <pc:docMk/>
            <pc:sldMk cId="3517019710" sldId="257"/>
            <ac:picMk id="10" creationId="{A7664987-C84C-62C7-D77A-76573E99BEBA}"/>
          </ac:picMkLst>
        </pc:picChg>
      </pc:sldChg>
      <pc:sldChg chg="addSp delSp modSp new mod">
        <pc:chgData name="N H" userId="fc08a5ecd08c1565" providerId="LiveId" clId="{262320A8-0100-490B-B866-845C9A2267FB}" dt="2026-02-05T14:32:07.706" v="1195" actId="20577"/>
        <pc:sldMkLst>
          <pc:docMk/>
          <pc:sldMk cId="1020311160" sldId="258"/>
        </pc:sldMkLst>
        <pc:spChg chg="del mod">
          <ac:chgData name="N H" userId="fc08a5ecd08c1565" providerId="LiveId" clId="{262320A8-0100-490B-B866-845C9A2267FB}" dt="2026-02-05T13:45:41.714" v="317" actId="478"/>
          <ac:spMkLst>
            <pc:docMk/>
            <pc:sldMk cId="1020311160" sldId="258"/>
            <ac:spMk id="2" creationId="{2C3368E6-CA44-7328-293F-ADA6722FDE47}"/>
          </ac:spMkLst>
        </pc:spChg>
        <pc:spChg chg="mod">
          <ac:chgData name="N H" userId="fc08a5ecd08c1565" providerId="LiveId" clId="{262320A8-0100-490B-B866-845C9A2267FB}" dt="2026-02-05T14:32:07.706" v="1195" actId="20577"/>
          <ac:spMkLst>
            <pc:docMk/>
            <pc:sldMk cId="1020311160" sldId="258"/>
            <ac:spMk id="3" creationId="{805E1430-B1CD-955F-C5C0-D1C3E038DFD1}"/>
          </ac:spMkLst>
        </pc:spChg>
        <pc:spChg chg="add mod">
          <ac:chgData name="N H" userId="fc08a5ecd08c1565" providerId="LiveId" clId="{262320A8-0100-490B-B866-845C9A2267FB}" dt="2026-02-05T13:45:37.055" v="316" actId="20577"/>
          <ac:spMkLst>
            <pc:docMk/>
            <pc:sldMk cId="1020311160" sldId="258"/>
            <ac:spMk id="4" creationId="{F486C8F6-1710-C5A6-8F6B-D212029B739B}"/>
          </ac:spMkLst>
        </pc:spChg>
        <pc:spChg chg="add del mod">
          <ac:chgData name="N H" userId="fc08a5ecd08c1565" providerId="LiveId" clId="{262320A8-0100-490B-B866-845C9A2267FB}" dt="2026-02-05T13:53:10.889" v="364" actId="478"/>
          <ac:spMkLst>
            <pc:docMk/>
            <pc:sldMk cId="1020311160" sldId="258"/>
            <ac:spMk id="6" creationId="{F88371F7-BCED-5014-CF87-828038F0C825}"/>
          </ac:spMkLst>
        </pc:spChg>
        <pc:picChg chg="add del">
          <ac:chgData name="N H" userId="fc08a5ecd08c1565" providerId="LiveId" clId="{262320A8-0100-490B-B866-845C9A2267FB}" dt="2026-02-05T14:11:35.282" v="707" actId="478"/>
          <ac:picMkLst>
            <pc:docMk/>
            <pc:sldMk cId="1020311160" sldId="258"/>
            <ac:picMk id="8" creationId="{43916705-EB00-2DE5-9BA9-52FE7B6BF7F6}"/>
          </ac:picMkLst>
        </pc:picChg>
        <pc:picChg chg="add del mod">
          <ac:chgData name="N H" userId="fc08a5ecd08c1565" providerId="LiveId" clId="{262320A8-0100-490B-B866-845C9A2267FB}" dt="2026-02-05T14:23:52.656" v="1065" actId="21"/>
          <ac:picMkLst>
            <pc:docMk/>
            <pc:sldMk cId="1020311160" sldId="258"/>
            <ac:picMk id="10" creationId="{A7664987-C84C-62C7-D77A-76573E99BEBA}"/>
          </ac:picMkLst>
        </pc:picChg>
        <pc:picChg chg="add mod ord">
          <ac:chgData name="N H" userId="fc08a5ecd08c1565" providerId="LiveId" clId="{262320A8-0100-490B-B866-845C9A2267FB}" dt="2026-02-05T14:31:15.320" v="1179" actId="12789"/>
          <ac:picMkLst>
            <pc:docMk/>
            <pc:sldMk cId="1020311160" sldId="258"/>
            <ac:picMk id="12" creationId="{105696A0-9F1A-8E69-2E59-3C77B337442C}"/>
          </ac:picMkLst>
        </pc:picChg>
        <pc:picChg chg="add mod">
          <ac:chgData name="N H" userId="fc08a5ecd08c1565" providerId="LiveId" clId="{262320A8-0100-490B-B866-845C9A2267FB}" dt="2026-02-05T14:30:09.480" v="1147" actId="14100"/>
          <ac:picMkLst>
            <pc:docMk/>
            <pc:sldMk cId="1020311160" sldId="258"/>
            <ac:picMk id="13" creationId="{A7664987-C84C-62C7-D77A-76573E99BEBA}"/>
          </ac:picMkLst>
        </pc:picChg>
      </pc:sldChg>
      <pc:sldChg chg="addSp delSp modSp new mod">
        <pc:chgData name="N H" userId="fc08a5ecd08c1565" providerId="LiveId" clId="{262320A8-0100-490B-B866-845C9A2267FB}" dt="2026-02-05T14:30:49.126" v="1176" actId="12788"/>
        <pc:sldMkLst>
          <pc:docMk/>
          <pc:sldMk cId="2603968139" sldId="259"/>
        </pc:sldMkLst>
        <pc:spChg chg="add mod ord">
          <ac:chgData name="N H" userId="fc08a5ecd08c1565" providerId="LiveId" clId="{262320A8-0100-490B-B866-845C9A2267FB}" dt="2026-02-05T14:01:04.048" v="584" actId="20577"/>
          <ac:spMkLst>
            <pc:docMk/>
            <pc:sldMk cId="2603968139" sldId="259"/>
            <ac:spMk id="6" creationId="{7D9CC759-DAC5-CB8D-AFD8-C7AF9247317F}"/>
          </ac:spMkLst>
        </pc:spChg>
        <pc:spChg chg="add del mod">
          <ac:chgData name="N H" userId="fc08a5ecd08c1565" providerId="LiveId" clId="{262320A8-0100-490B-B866-845C9A2267FB}" dt="2026-02-05T13:58:07.126" v="418" actId="478"/>
          <ac:spMkLst>
            <pc:docMk/>
            <pc:sldMk cId="2603968139" sldId="259"/>
            <ac:spMk id="8" creationId="{E6840A4C-3AF5-B651-E283-1A5BF42ACD16}"/>
          </ac:spMkLst>
        </pc:spChg>
        <pc:spChg chg="add mod">
          <ac:chgData name="N H" userId="fc08a5ecd08c1565" providerId="LiveId" clId="{262320A8-0100-490B-B866-845C9A2267FB}" dt="2026-02-05T14:30:49.126" v="1176" actId="12788"/>
          <ac:spMkLst>
            <pc:docMk/>
            <pc:sldMk cId="2603968139" sldId="259"/>
            <ac:spMk id="9" creationId="{428A41E5-8078-AC45-ADB3-2944DB5839B5}"/>
          </ac:spMkLst>
        </pc:spChg>
        <pc:picChg chg="del mod modCrop">
          <ac:chgData name="N H" userId="fc08a5ecd08c1565" providerId="LiveId" clId="{262320A8-0100-490B-B866-845C9A2267FB}" dt="2026-02-05T14:14:23.134" v="716" actId="478"/>
          <ac:picMkLst>
            <pc:docMk/>
            <pc:sldMk cId="2603968139" sldId="259"/>
            <ac:picMk id="5" creationId="{DD0A503E-781E-F019-2981-D247E857501E}"/>
          </ac:picMkLst>
        </pc:picChg>
        <pc:picChg chg="add mod modCrop">
          <ac:chgData name="N H" userId="fc08a5ecd08c1565" providerId="LiveId" clId="{262320A8-0100-490B-B866-845C9A2267FB}" dt="2026-02-05T14:30:49.126" v="1176" actId="12788"/>
          <ac:picMkLst>
            <pc:docMk/>
            <pc:sldMk cId="2603968139" sldId="259"/>
            <ac:picMk id="10" creationId="{D6DB76DB-6220-116F-5B28-4ADB926AAEF5}"/>
          </ac:picMkLst>
        </pc:picChg>
      </pc:sldChg>
      <pc:sldChg chg="addSp modSp new del mod">
        <pc:chgData name="N H" userId="fc08a5ecd08c1565" providerId="LiveId" clId="{262320A8-0100-490B-B866-845C9A2267FB}" dt="2026-02-05T13:21:50.239" v="47" actId="47"/>
        <pc:sldMkLst>
          <pc:docMk/>
          <pc:sldMk cId="1050075276" sldId="260"/>
        </pc:sldMkLst>
        <pc:spChg chg="add mod">
          <ac:chgData name="N H" userId="fc08a5ecd08c1565" providerId="LiveId" clId="{262320A8-0100-490B-B866-845C9A2267FB}" dt="2026-02-05T11:39:42.649" v="40" actId="207"/>
          <ac:spMkLst>
            <pc:docMk/>
            <pc:sldMk cId="1050075276" sldId="260"/>
            <ac:spMk id="2" creationId="{44A37FB6-115A-5ECD-2BBB-0165EF7A1554}"/>
          </ac:spMkLst>
        </pc:spChg>
        <pc:spChg chg="add mod">
          <ac:chgData name="N H" userId="fc08a5ecd08c1565" providerId="LiveId" clId="{262320A8-0100-490B-B866-845C9A2267FB}" dt="2026-02-05T11:39:42.649" v="40" actId="207"/>
          <ac:spMkLst>
            <pc:docMk/>
            <pc:sldMk cId="1050075276" sldId="260"/>
            <ac:spMk id="3" creationId="{24A047CC-4565-D09B-6678-BD28D3152821}"/>
          </ac:spMkLst>
        </pc:spChg>
        <pc:spChg chg="add mod">
          <ac:chgData name="N H" userId="fc08a5ecd08c1565" providerId="LiveId" clId="{262320A8-0100-490B-B866-845C9A2267FB}" dt="2026-02-05T11:39:42.649" v="40" actId="207"/>
          <ac:spMkLst>
            <pc:docMk/>
            <pc:sldMk cId="1050075276" sldId="260"/>
            <ac:spMk id="4" creationId="{B6A3F0B1-8296-2174-B543-045EB796D030}"/>
          </ac:spMkLst>
        </pc:spChg>
        <pc:spChg chg="add mod">
          <ac:chgData name="N H" userId="fc08a5ecd08c1565" providerId="LiveId" clId="{262320A8-0100-490B-B866-845C9A2267FB}" dt="2026-02-05T11:39:53.163" v="42" actId="1076"/>
          <ac:spMkLst>
            <pc:docMk/>
            <pc:sldMk cId="1050075276" sldId="260"/>
            <ac:spMk id="5" creationId="{D37175EA-01A4-B502-975A-256F685CE181}"/>
          </ac:spMkLst>
        </pc:spChg>
      </pc:sldChg>
      <pc:sldChg chg="addSp delSp modSp mod">
        <pc:chgData name="N H" userId="fc08a5ecd08c1565" providerId="LiveId" clId="{262320A8-0100-490B-B866-845C9A2267FB}" dt="2026-02-05T14:17:20.129" v="820" actId="20577"/>
        <pc:sldMkLst>
          <pc:docMk/>
          <pc:sldMk cId="1735968383" sldId="261"/>
        </pc:sldMkLst>
        <pc:spChg chg="del mod">
          <ac:chgData name="N H" userId="fc08a5ecd08c1565" providerId="LiveId" clId="{262320A8-0100-490B-B866-845C9A2267FB}" dt="2026-02-05T13:45:51.551" v="320" actId="478"/>
          <ac:spMkLst>
            <pc:docMk/>
            <pc:sldMk cId="1735968383" sldId="261"/>
            <ac:spMk id="2" creationId="{847D22AD-6B14-D907-A1AE-68FA7E5FBD42}"/>
          </ac:spMkLst>
        </pc:spChg>
        <pc:spChg chg="mod">
          <ac:chgData name="N H" userId="fc08a5ecd08c1565" providerId="LiveId" clId="{262320A8-0100-490B-B866-845C9A2267FB}" dt="2026-02-05T13:44:41.103" v="287" actId="2711"/>
          <ac:spMkLst>
            <pc:docMk/>
            <pc:sldMk cId="1735968383" sldId="261"/>
            <ac:spMk id="3" creationId="{4D9DE421-CC41-A958-702A-82466F1EF924}"/>
          </ac:spMkLst>
        </pc:spChg>
        <pc:spChg chg="add mod">
          <ac:chgData name="N H" userId="fc08a5ecd08c1565" providerId="LiveId" clId="{262320A8-0100-490B-B866-845C9A2267FB}" dt="2026-02-05T14:10:38.063" v="705" actId="20577"/>
          <ac:spMkLst>
            <pc:docMk/>
            <pc:sldMk cId="1735968383" sldId="261"/>
            <ac:spMk id="4" creationId="{EF446B35-5887-0F2A-9F7B-EA59B841600E}"/>
          </ac:spMkLst>
        </pc:spChg>
        <pc:spChg chg="add del mod">
          <ac:chgData name="N H" userId="fc08a5ecd08c1565" providerId="LiveId" clId="{262320A8-0100-490B-B866-845C9A2267FB}" dt="2026-02-05T13:45:54.781" v="321" actId="478"/>
          <ac:spMkLst>
            <pc:docMk/>
            <pc:sldMk cId="1735968383" sldId="261"/>
            <ac:spMk id="6" creationId="{01977B90-DDE0-7503-038C-D5973631A830}"/>
          </ac:spMkLst>
        </pc:spChg>
        <pc:spChg chg="mod">
          <ac:chgData name="N H" userId="fc08a5ecd08c1565" providerId="LiveId" clId="{262320A8-0100-490B-B866-845C9A2267FB}" dt="2026-02-05T14:17:20.129" v="820" actId="20577"/>
          <ac:spMkLst>
            <pc:docMk/>
            <pc:sldMk cId="1735968383" sldId="261"/>
            <ac:spMk id="7" creationId="{68A8ED88-7AB6-B464-6078-AAB6CB05574B}"/>
          </ac:spMkLst>
        </pc:spChg>
      </pc:sldChg>
      <pc:sldChg chg="addSp delSp modSp new mod modClrScheme chgLayout">
        <pc:chgData name="N H" userId="fc08a5ecd08c1565" providerId="LiveId" clId="{262320A8-0100-490B-B866-845C9A2267FB}" dt="2026-02-05T14:31:35.999" v="1181" actId="12789"/>
        <pc:sldMkLst>
          <pc:docMk/>
          <pc:sldMk cId="1185791705" sldId="262"/>
        </pc:sldMkLst>
        <pc:spChg chg="del">
          <ac:chgData name="N H" userId="fc08a5ecd08c1565" providerId="LiveId" clId="{262320A8-0100-490B-B866-845C9A2267FB}" dt="2026-02-05T13:28:22.768" v="49" actId="700"/>
          <ac:spMkLst>
            <pc:docMk/>
            <pc:sldMk cId="1185791705" sldId="262"/>
            <ac:spMk id="2" creationId="{C6A69813-F765-8BD7-FB70-22469ED249D1}"/>
          </ac:spMkLst>
        </pc:spChg>
        <pc:spChg chg="del">
          <ac:chgData name="N H" userId="fc08a5ecd08c1565" providerId="LiveId" clId="{262320A8-0100-490B-B866-845C9A2267FB}" dt="2026-02-05T13:28:22.768" v="49" actId="700"/>
          <ac:spMkLst>
            <pc:docMk/>
            <pc:sldMk cId="1185791705" sldId="262"/>
            <ac:spMk id="3" creationId="{C1C36A57-4616-8355-E3BE-40F875E4D2D2}"/>
          </ac:spMkLst>
        </pc:spChg>
        <pc:spChg chg="add del">
          <ac:chgData name="N H" userId="fc08a5ecd08c1565" providerId="LiveId" clId="{262320A8-0100-490B-B866-845C9A2267FB}" dt="2026-02-05T13:28:38.063" v="51" actId="478"/>
          <ac:spMkLst>
            <pc:docMk/>
            <pc:sldMk cId="1185791705" sldId="262"/>
            <ac:spMk id="5" creationId="{B23E2729-7F8F-90CE-ABC4-32565C16DAB1}"/>
          </ac:spMkLst>
        </pc:spChg>
        <pc:spChg chg="add">
          <ac:chgData name="N H" userId="fc08a5ecd08c1565" providerId="LiveId" clId="{262320A8-0100-490B-B866-845C9A2267FB}" dt="2026-02-05T13:29:16.796" v="61"/>
          <ac:spMkLst>
            <pc:docMk/>
            <pc:sldMk cId="1185791705" sldId="262"/>
            <ac:spMk id="7" creationId="{3246E288-F8E7-E5FC-7089-9F520BDCC243}"/>
          </ac:spMkLst>
        </pc:spChg>
        <pc:spChg chg="add mod">
          <ac:chgData name="N H" userId="fc08a5ecd08c1565" providerId="LiveId" clId="{262320A8-0100-490B-B866-845C9A2267FB}" dt="2026-02-05T14:05:48.686" v="643" actId="20577"/>
          <ac:spMkLst>
            <pc:docMk/>
            <pc:sldMk cId="1185791705" sldId="262"/>
            <ac:spMk id="10" creationId="{9A4E0F33-A74D-E2F6-160F-6E668989C810}"/>
          </ac:spMkLst>
        </pc:spChg>
        <pc:spChg chg="add del mod ord">
          <ac:chgData name="N H" userId="fc08a5ecd08c1565" providerId="LiveId" clId="{262320A8-0100-490B-B866-845C9A2267FB}" dt="2026-02-05T14:17:38.694" v="822" actId="700"/>
          <ac:spMkLst>
            <pc:docMk/>
            <pc:sldMk cId="1185791705" sldId="262"/>
            <ac:spMk id="11" creationId="{6D4105C7-6BCC-46F6-5380-21719272A543}"/>
          </ac:spMkLst>
        </pc:spChg>
        <pc:spChg chg="add del mod ord">
          <ac:chgData name="N H" userId="fc08a5ecd08c1565" providerId="LiveId" clId="{262320A8-0100-490B-B866-845C9A2267FB}" dt="2026-02-05T14:17:38.694" v="822" actId="700"/>
          <ac:spMkLst>
            <pc:docMk/>
            <pc:sldMk cId="1185791705" sldId="262"/>
            <ac:spMk id="12" creationId="{3D373F46-AF2A-7E74-953E-CE79DEACCEE0}"/>
          </ac:spMkLst>
        </pc:spChg>
        <pc:spChg chg="add del mod ord">
          <ac:chgData name="N H" userId="fc08a5ecd08c1565" providerId="LiveId" clId="{262320A8-0100-490B-B866-845C9A2267FB}" dt="2026-02-05T14:17:38.694" v="822" actId="700"/>
          <ac:spMkLst>
            <pc:docMk/>
            <pc:sldMk cId="1185791705" sldId="262"/>
            <ac:spMk id="13" creationId="{15A1B913-0307-300F-7720-15088BEDDF5E}"/>
          </ac:spMkLst>
        </pc:spChg>
        <pc:spChg chg="add mod">
          <ac:chgData name="N H" userId="fc08a5ecd08c1565" providerId="LiveId" clId="{262320A8-0100-490B-B866-845C9A2267FB}" dt="2026-02-05T14:31:35.999" v="1181" actId="12789"/>
          <ac:spMkLst>
            <pc:docMk/>
            <pc:sldMk cId="1185791705" sldId="262"/>
            <ac:spMk id="14" creationId="{FC838DD9-DC6C-9C6A-33FF-31CA3949D927}"/>
          </ac:spMkLst>
        </pc:spChg>
        <pc:picChg chg="add del mod">
          <ac:chgData name="N H" userId="fc08a5ecd08c1565" providerId="LiveId" clId="{262320A8-0100-490B-B866-845C9A2267FB}" dt="2026-02-05T13:29:06.003" v="60" actId="478"/>
          <ac:picMkLst>
            <pc:docMk/>
            <pc:sldMk cId="1185791705" sldId="262"/>
            <ac:picMk id="6" creationId="{64A39882-3CC4-2D90-1924-6C2C2A9AB628}"/>
          </ac:picMkLst>
        </pc:picChg>
        <pc:picChg chg="add del mod">
          <ac:chgData name="N H" userId="fc08a5ecd08c1565" providerId="LiveId" clId="{262320A8-0100-490B-B866-845C9A2267FB}" dt="2026-02-05T14:03:12.914" v="606" actId="478"/>
          <ac:picMkLst>
            <pc:docMk/>
            <pc:sldMk cId="1185791705" sldId="262"/>
            <ac:picMk id="8" creationId="{D3C7F5A7-1353-01E6-1F3D-EA70A56426DF}"/>
          </ac:picMkLst>
        </pc:picChg>
        <pc:picChg chg="add mod modCrop">
          <ac:chgData name="N H" userId="fc08a5ecd08c1565" providerId="LiveId" clId="{262320A8-0100-490B-B866-845C9A2267FB}" dt="2026-02-05T14:29:55.536" v="1146" actId="1582"/>
          <ac:picMkLst>
            <pc:docMk/>
            <pc:sldMk cId="1185791705" sldId="262"/>
            <ac:picMk id="9" creationId="{D613B83C-4482-E787-5119-8C35B9F3BB47}"/>
          </ac:picMkLst>
        </pc:picChg>
      </pc:sldChg>
      <pc:sldMasterChg chg="setBg modSldLayout">
        <pc:chgData name="N H" userId="fc08a5ecd08c1565" providerId="LiveId" clId="{262320A8-0100-490B-B866-845C9A2267FB}" dt="2026-02-05T13:52:02.511" v="329"/>
        <pc:sldMasterMkLst>
          <pc:docMk/>
          <pc:sldMasterMk cId="1138287793" sldId="2147483648"/>
        </pc:sldMasterMkLst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430756736" sldId="2147483649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1643854635" sldId="2147483650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120164699" sldId="2147483651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3414437645" sldId="2147483652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2403715208" sldId="2147483653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2985304955" sldId="2147483654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1969885832" sldId="2147483655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934554103" sldId="2147483656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1705185111" sldId="2147483657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132113838" sldId="2147483658"/>
          </pc:sldLayoutMkLst>
        </pc:sldLayoutChg>
        <pc:sldLayoutChg chg="setBg">
          <pc:chgData name="N H" userId="fc08a5ecd08c1565" providerId="LiveId" clId="{262320A8-0100-490B-B866-845C9A2267FB}" dt="2026-02-05T13:52:02.511" v="329"/>
          <pc:sldLayoutMkLst>
            <pc:docMk/>
            <pc:sldMasterMk cId="1138287793" sldId="2147483648"/>
            <pc:sldLayoutMk cId="2620391510" sldId="2147483659"/>
          </pc:sldLayoutMkLst>
        </pc:sldLayoutChg>
      </pc:sldMasterChg>
    </pc:docChg>
  </pc:docChgLst>
  <pc:docChgLst>
    <pc:chgData name="Guest User" providerId="Windows Live" clId="Web-{1DD86F98-973C-8D2B-761C-F532BE1A4907}"/>
    <pc:docChg chg="modSld">
      <pc:chgData name="Guest User" userId="" providerId="Windows Live" clId="Web-{1DD86F98-973C-8D2B-761C-F532BE1A4907}" dt="2026-02-05T14:44:28.045" v="265" actId="1076"/>
      <pc:docMkLst>
        <pc:docMk/>
      </pc:docMkLst>
      <pc:sldChg chg="addSp modSp">
        <pc:chgData name="Guest User" userId="" providerId="Windows Live" clId="Web-{1DD86F98-973C-8D2B-761C-F532BE1A4907}" dt="2026-02-05T14:44:28.045" v="265" actId="1076"/>
        <pc:sldMkLst>
          <pc:docMk/>
          <pc:sldMk cId="3517019710" sldId="257"/>
        </pc:sldMkLst>
        <pc:spChg chg="mod">
          <ac:chgData name="Guest User" userId="" providerId="Windows Live" clId="Web-{1DD86F98-973C-8D2B-761C-F532BE1A4907}" dt="2026-02-05T14:44:17.732" v="264" actId="1076"/>
          <ac:spMkLst>
            <pc:docMk/>
            <pc:sldMk cId="3517019710" sldId="257"/>
            <ac:spMk id="3" creationId="{829CBCCA-4398-47A7-9683-04268C424326}"/>
          </ac:spMkLst>
        </pc:spChg>
        <pc:picChg chg="add mod modCrop">
          <ac:chgData name="Guest User" userId="" providerId="Windows Live" clId="Web-{1DD86F98-973C-8D2B-761C-F532BE1A4907}" dt="2026-02-05T14:44:28.045" v="265" actId="1076"/>
          <ac:picMkLst>
            <pc:docMk/>
            <pc:sldMk cId="3517019710" sldId="257"/>
            <ac:picMk id="2" creationId="{0902B29B-282E-78C4-2936-681F6AB34533}"/>
          </ac:picMkLst>
        </pc:picChg>
        <pc:picChg chg="mod">
          <ac:chgData name="Guest User" userId="" providerId="Windows Live" clId="Web-{1DD86F98-973C-8D2B-761C-F532BE1A4907}" dt="2026-02-05T14:26:26.864" v="50" actId="1076"/>
          <ac:picMkLst>
            <pc:docMk/>
            <pc:sldMk cId="3517019710" sldId="257"/>
            <ac:picMk id="10" creationId="{A7664987-C84C-62C7-D77A-76573E99BEBA}"/>
          </ac:picMkLst>
        </pc:picChg>
      </pc:sldChg>
      <pc:sldChg chg="modSp">
        <pc:chgData name="Guest User" userId="" providerId="Windows Live" clId="Web-{1DD86F98-973C-8D2B-761C-F532BE1A4907}" dt="2026-02-05T14:40:15.932" v="245" actId="20577"/>
        <pc:sldMkLst>
          <pc:docMk/>
          <pc:sldMk cId="1020311160" sldId="258"/>
        </pc:sldMkLst>
        <pc:spChg chg="mod">
          <ac:chgData name="Guest User" userId="" providerId="Windows Live" clId="Web-{1DD86F98-973C-8D2B-761C-F532BE1A4907}" dt="2026-02-05T14:40:15.932" v="245" actId="20577"/>
          <ac:spMkLst>
            <pc:docMk/>
            <pc:sldMk cId="1020311160" sldId="258"/>
            <ac:spMk id="3" creationId="{805E1430-B1CD-955F-C5C0-D1C3E038DFD1}"/>
          </ac:spMkLst>
        </pc:spChg>
      </pc:sldChg>
    </pc:docChg>
  </pc:docChgLst>
  <pc:docChgLst>
    <pc:chgData name="Guest User" providerId="Windows Live" clId="Web-{F421FEAB-FB27-9AA1-DD64-748199847D74}"/>
    <pc:docChg chg="addSld modSld">
      <pc:chgData name="Guest User" userId="" providerId="Windows Live" clId="Web-{F421FEAB-FB27-9AA1-DD64-748199847D74}" dt="2026-02-05T14:34:30.535" v="539" actId="20577"/>
      <pc:docMkLst>
        <pc:docMk/>
      </pc:docMkLst>
      <pc:sldChg chg="modSp">
        <pc:chgData name="Guest User" userId="" providerId="Windows Live" clId="Web-{F421FEAB-FB27-9AA1-DD64-748199847D74}" dt="2026-02-05T11:33:38.050" v="36" actId="20577"/>
        <pc:sldMkLst>
          <pc:docMk/>
          <pc:sldMk cId="2425088811" sldId="256"/>
        </pc:sldMkLst>
        <pc:spChg chg="mod">
          <ac:chgData name="Guest User" userId="" providerId="Windows Live" clId="Web-{F421FEAB-FB27-9AA1-DD64-748199847D74}" dt="2026-02-05T11:33:38.050" v="36" actId="20577"/>
          <ac:spMkLst>
            <pc:docMk/>
            <pc:sldMk cId="2425088811" sldId="256"/>
            <ac:spMk id="2" creationId="{3F832993-3652-47C4-EF6B-A8C331819DB8}"/>
          </ac:spMkLst>
        </pc:spChg>
      </pc:sldChg>
      <pc:sldChg chg="modSp">
        <pc:chgData name="Guest User" userId="" providerId="Windows Live" clId="Web-{F421FEAB-FB27-9AA1-DD64-748199847D74}" dt="2026-02-05T14:34:30.535" v="539" actId="20577"/>
        <pc:sldMkLst>
          <pc:docMk/>
          <pc:sldMk cId="3517019710" sldId="257"/>
        </pc:sldMkLst>
        <pc:spChg chg="mod">
          <ac:chgData name="Guest User" userId="" providerId="Windows Live" clId="Web-{F421FEAB-FB27-9AA1-DD64-748199847D74}" dt="2026-02-05T13:44:06.063" v="403" actId="20577"/>
          <ac:spMkLst>
            <pc:docMk/>
            <pc:sldMk cId="3517019710" sldId="257"/>
            <ac:spMk id="2" creationId="{34FA5296-8949-9060-9064-574AD0BE29FD}"/>
          </ac:spMkLst>
        </pc:spChg>
        <pc:spChg chg="mod">
          <ac:chgData name="Guest User" userId="" providerId="Windows Live" clId="Web-{F421FEAB-FB27-9AA1-DD64-748199847D74}" dt="2026-02-05T14:34:30.535" v="539" actId="20577"/>
          <ac:spMkLst>
            <pc:docMk/>
            <pc:sldMk cId="3517019710" sldId="257"/>
            <ac:spMk id="3" creationId="{829CBCCA-4398-47A7-9683-04268C424326}"/>
          </ac:spMkLst>
        </pc:spChg>
      </pc:sldChg>
      <pc:sldChg chg="modSp">
        <pc:chgData name="Guest User" userId="" providerId="Windows Live" clId="Web-{F421FEAB-FB27-9AA1-DD64-748199847D74}" dt="2026-02-05T13:35:55.318" v="401" actId="20577"/>
        <pc:sldMkLst>
          <pc:docMk/>
          <pc:sldMk cId="1020311160" sldId="258"/>
        </pc:sldMkLst>
        <pc:spChg chg="mod">
          <ac:chgData name="Guest User" userId="" providerId="Windows Live" clId="Web-{F421FEAB-FB27-9AA1-DD64-748199847D74}" dt="2026-02-05T13:06:32.623" v="66" actId="20577"/>
          <ac:spMkLst>
            <pc:docMk/>
            <pc:sldMk cId="1020311160" sldId="258"/>
            <ac:spMk id="2" creationId="{2C3368E6-CA44-7328-293F-ADA6722FDE47}"/>
          </ac:spMkLst>
        </pc:spChg>
        <pc:spChg chg="mod">
          <ac:chgData name="Guest User" userId="" providerId="Windows Live" clId="Web-{F421FEAB-FB27-9AA1-DD64-748199847D74}" dt="2026-02-05T13:35:55.318" v="401" actId="20577"/>
          <ac:spMkLst>
            <pc:docMk/>
            <pc:sldMk cId="1020311160" sldId="258"/>
            <ac:spMk id="3" creationId="{805E1430-B1CD-955F-C5C0-D1C3E038DFD1}"/>
          </ac:spMkLst>
        </pc:spChg>
      </pc:sldChg>
      <pc:sldChg chg="addSp delSp modSp">
        <pc:chgData name="Guest User" userId="" providerId="Windows Live" clId="Web-{F421FEAB-FB27-9AA1-DD64-748199847D74}" dt="2026-02-05T13:20:31.196" v="288" actId="1076"/>
        <pc:sldMkLst>
          <pc:docMk/>
          <pc:sldMk cId="2603968139" sldId="259"/>
        </pc:sldMkLst>
        <pc:spChg chg="del mod">
          <ac:chgData name="Guest User" userId="" providerId="Windows Live" clId="Web-{F421FEAB-FB27-9AA1-DD64-748199847D74}" dt="2026-02-05T13:11:53.160" v="233"/>
          <ac:spMkLst>
            <pc:docMk/>
            <pc:sldMk cId="2603968139" sldId="259"/>
            <ac:spMk id="2" creationId="{329643E3-DC03-22F9-9AD8-3748DD4515FC}"/>
          </ac:spMkLst>
        </pc:spChg>
        <pc:spChg chg="del">
          <ac:chgData name="Guest User" userId="" providerId="Windows Live" clId="Web-{F421FEAB-FB27-9AA1-DD64-748199847D74}" dt="2026-02-05T13:09:42.158" v="217"/>
          <ac:spMkLst>
            <pc:docMk/>
            <pc:sldMk cId="2603968139" sldId="259"/>
            <ac:spMk id="3" creationId="{173CF3EE-8622-FE29-F0AF-5CA4E025DF83}"/>
          </ac:spMkLst>
        </pc:spChg>
        <pc:spChg chg="add del mod">
          <ac:chgData name="Guest User" userId="" providerId="Windows Live" clId="Web-{F421FEAB-FB27-9AA1-DD64-748199847D74}" dt="2026-02-05T13:11:57.863" v="234"/>
          <ac:spMkLst>
            <pc:docMk/>
            <pc:sldMk cId="2603968139" sldId="259"/>
            <ac:spMk id="7" creationId="{9EE03F35-4160-DB4E-B64D-72E47992D105}"/>
          </ac:spMkLst>
        </pc:spChg>
        <pc:picChg chg="add del mod">
          <ac:chgData name="Guest User" userId="" providerId="Windows Live" clId="Web-{F421FEAB-FB27-9AA1-DD64-748199847D74}" dt="2026-02-05T13:10:40.784" v="223"/>
          <ac:picMkLst>
            <pc:docMk/>
            <pc:sldMk cId="2603968139" sldId="259"/>
            <ac:picMk id="4" creationId="{F3918018-CC9F-4371-42D4-39578D2E0949}"/>
          </ac:picMkLst>
        </pc:picChg>
        <pc:picChg chg="add mod ord modCrop">
          <ac:chgData name="Guest User" userId="" providerId="Windows Live" clId="Web-{F421FEAB-FB27-9AA1-DD64-748199847D74}" dt="2026-02-05T13:20:31.196" v="288" actId="1076"/>
          <ac:picMkLst>
            <pc:docMk/>
            <pc:sldMk cId="2603968139" sldId="259"/>
            <ac:picMk id="5" creationId="{DD0A503E-781E-F019-2981-D247E857501E}"/>
          </ac:picMkLst>
        </pc:picChg>
      </pc:sldChg>
      <pc:sldChg chg="addSp delSp modSp new">
        <pc:chgData name="Guest User" userId="" providerId="Windows Live" clId="Web-{F421FEAB-FB27-9AA1-DD64-748199847D74}" dt="2026-02-05T14:17:56.489" v="519" actId="14100"/>
        <pc:sldMkLst>
          <pc:docMk/>
          <pc:sldMk cId="1735968383" sldId="261"/>
        </pc:sldMkLst>
        <pc:spChg chg="mod">
          <ac:chgData name="Guest User" userId="" providerId="Windows Live" clId="Web-{F421FEAB-FB27-9AA1-DD64-748199847D74}" dt="2026-02-05T13:06:56.327" v="88" actId="20577"/>
          <ac:spMkLst>
            <pc:docMk/>
            <pc:sldMk cId="1735968383" sldId="261"/>
            <ac:spMk id="2" creationId="{847D22AD-6B14-D907-A1AE-68FA7E5FBD42}"/>
          </ac:spMkLst>
        </pc:spChg>
        <pc:spChg chg="del mod">
          <ac:chgData name="Guest User" userId="" providerId="Windows Live" clId="Web-{F421FEAB-FB27-9AA1-DD64-748199847D74}" dt="2026-02-05T13:46:55.680" v="404"/>
          <ac:spMkLst>
            <pc:docMk/>
            <pc:sldMk cId="1735968383" sldId="261"/>
            <ac:spMk id="3" creationId="{4D9DE421-CC41-A958-702A-82466F1EF924}"/>
          </ac:spMkLst>
        </pc:spChg>
        <pc:spChg chg="add mod">
          <ac:chgData name="Guest User" userId="" providerId="Windows Live" clId="Web-{F421FEAB-FB27-9AA1-DD64-748199847D74}" dt="2026-02-05T14:17:56.489" v="519" actId="14100"/>
          <ac:spMkLst>
            <pc:docMk/>
            <pc:sldMk cId="1735968383" sldId="261"/>
            <ac:spMk id="7" creationId="{68A8ED88-7AB6-B464-6078-AAB6CB05574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EB55-F96B-9BA1-71B7-2A7D5A764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4DF9B-DB94-9D6B-1437-B432E02B5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B7F99-2006-F030-8843-BA9F249A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477B-EEB0-BC34-F4AF-5A1ADFE3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52B55-64F4-D2CC-ACFF-4E479A38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756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5E47-8706-3C48-3E17-770A5DBC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06E7-B63E-327E-CB66-01D77B9D5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4F9BC-3BC7-8BEB-74A9-6B5940511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80669-CE01-3B20-A4BE-E144D81A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B4902-1E76-6FCB-3ABD-1C5B9B3B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85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D118-5771-B639-EAAD-B577C6618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04B84-8815-B172-C907-79F50A380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DA0C-289A-652D-4D93-12A7FFEE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73EE3-28F5-41C4-BE37-A708CED5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7E7D0-7012-1C06-C9ED-AFC20310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6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A079-0C2C-C3C5-6EF8-AA66B450C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F2481-6B58-8233-DAFF-514184A96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247EA-7780-2E4F-E20C-9CCFB1FB9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D2044-F944-B7BF-6183-08F01439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AC1E0-878A-9E63-EC2B-B2785C13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7DA86-C0E6-2C16-C9FF-9DFAF171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437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65FA-F42E-BDF3-C4AE-8E3C4DE4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3F2B7-204A-BF33-2E77-1D3A7BF82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574A7-B6D2-A0A8-120B-5E5651C8A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7170F-5F15-6A82-C5E1-A2A820A39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78632-94FD-153C-BB94-939598A82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DE3C01-23C8-43D4-6FE3-DC5B66BB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5242A4-F8CA-9F29-BE1A-07C0C5E84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0FCE58-79DE-B9EC-63A8-5F0F5D24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71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C2EC-E896-2B7F-571E-EA864F49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A89BA-CC54-A499-3CA5-61ECAB77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54D61-5089-DBD4-FC21-786A830A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87A7C-526D-809A-D5BA-E0097439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30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165AA-5CED-DDC5-1102-FD7A209E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F2CDC-5CDE-A3B8-152B-546ACEF4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8673D-3FC0-46C6-6419-F5E633D7B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885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7879-2519-4BD4-B6DC-9120C428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BA56C-6838-2192-C73D-626735366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0AFFC-4866-7070-0BBB-C289A103D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5C5B5-E55A-AA0D-43E1-F7F7F6AB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A4DF9-EDD4-363D-2D80-CF28CF2C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A9612-0D0B-829F-E2F9-2C8F7DAC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55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090F-8B04-49D0-3B81-AA67957E9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48DFF-AE81-8E27-760F-0C675625E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5C596-C984-C073-599C-B0CDA979C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DE379-CCF6-06E9-CC5C-5E694601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7AE7A-A5F2-2242-C5C7-315427A01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5D5C5-65F4-7C51-36E1-472588DF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18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128F-CA4E-D9B6-7586-0CD22CDB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CD590-A873-09CC-0F79-377B4F555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108AF-F938-C217-0673-E94FF40B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A5815-313A-4253-16FA-0D2CF075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2900C-DD71-F5D1-B8E7-010110CD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1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6968E-CF6F-4F8C-43D9-F7431CC1B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BFCC3-16BE-2254-8C45-8C5FDB625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BD25-4A06-4DE6-7632-A98C6F798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B5F35-CE8F-EA47-D721-B759D3B2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F1B5A-3A51-CA31-C149-DA5CAFB6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39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B6CCC-EA5B-F9C7-C1CA-ACDBDD98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36D00-B041-10B3-54EA-5D5F893F0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14E30-9C20-CC90-78BD-B3B9669D7A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90FBE-5BF4-4CE3-9DC8-777EC3D6DB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8FFC1-55C6-F196-E31A-D135F6C45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ED611-296D-FE27-A7E4-9F55B2222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E6F41-BCB8-43A2-8FE6-53BD4D4BF3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28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2993-3652-47C4-EF6B-A8C331819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5484"/>
            <a:ext cx="9144000" cy="1115555"/>
          </a:xfrm>
        </p:spPr>
        <p:txBody>
          <a:bodyPr/>
          <a:lstStyle/>
          <a:p>
            <a:r>
              <a:rPr lang="en-GB" err="1">
                <a:solidFill>
                  <a:srgbClr val="501537"/>
                </a:solidFill>
                <a:latin typeface="Latha" panose="020B0604020202020204" pitchFamily="34" charset="0"/>
                <a:cs typeface="Latha" panose="020B0604020202020204" pitchFamily="34" charset="0"/>
              </a:rPr>
              <a:t>Moviever</a:t>
            </a:r>
            <a:r>
              <a:rPr lang="en-GB">
                <a:solidFill>
                  <a:srgbClr val="501537"/>
                </a:solidFill>
                <a:latin typeface="Latha" panose="020B0604020202020204" pitchFamily="34" charset="0"/>
                <a:cs typeface="Latha" panose="020B0604020202020204" pitchFamily="34" charset="0"/>
              </a:rPr>
              <a:t> Proof of Concept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C3BD8D8-36FA-DBBA-1249-F7338F60E7D9}"/>
              </a:ext>
            </a:extLst>
          </p:cNvPr>
          <p:cNvSpPr txBox="1">
            <a:spLocks/>
          </p:cNvSpPr>
          <p:nvPr/>
        </p:nvSpPr>
        <p:spPr>
          <a:xfrm>
            <a:off x="1524000" y="4895836"/>
            <a:ext cx="9144000" cy="4491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rgbClr val="501537"/>
                </a:solidFill>
                <a:latin typeface="Cambria"/>
                <a:ea typeface="Cambria"/>
                <a:cs typeface="Latha"/>
              </a:rPr>
              <a:t>By Frank, Navdeep, Alex and David</a:t>
            </a:r>
          </a:p>
        </p:txBody>
      </p:sp>
      <p:pic>
        <p:nvPicPr>
          <p:cNvPr id="5" name="Picture 4" descr="A movie reel with a film strip&#10;&#10;AI-generated content may be incorrect.">
            <a:extLst>
              <a:ext uri="{FF2B5EF4-FFF2-40B4-BE49-F238E27FC236}">
                <a16:creationId xmlns:a16="http://schemas.microsoft.com/office/drawing/2014/main" id="{AFA9E808-53B2-5C07-DF2B-3366ED0325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"/>
          <a:stretch>
            <a:fillRect/>
          </a:stretch>
        </p:blipFill>
        <p:spPr>
          <a:xfrm>
            <a:off x="4355929" y="2491016"/>
            <a:ext cx="3373254" cy="216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8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CBCCA-4398-47A7-9683-04268C424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41" y="1239145"/>
            <a:ext cx="5529751" cy="514599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GB">
                <a:latin typeface="Cambria"/>
                <a:ea typeface="Cambria"/>
              </a:rPr>
              <a:t>Build a dashboard to find </a:t>
            </a:r>
            <a:r>
              <a:rPr lang="en-GB" b="1">
                <a:latin typeface="Cambria"/>
                <a:ea typeface="Cambria"/>
              </a:rPr>
              <a:t>high quality</a:t>
            </a:r>
            <a:r>
              <a:rPr lang="en-GB">
                <a:latin typeface="Cambria"/>
                <a:ea typeface="Cambria"/>
              </a:rPr>
              <a:t>, </a:t>
            </a:r>
            <a:r>
              <a:rPr lang="en-GB" b="1">
                <a:latin typeface="Cambria"/>
                <a:ea typeface="Cambria"/>
              </a:rPr>
              <a:t>underpromoted movies</a:t>
            </a:r>
            <a:r>
              <a:rPr lang="en-GB">
                <a:latin typeface="Cambria"/>
                <a:ea typeface="Cambria"/>
              </a:rPr>
              <a:t> targeting the underserved movie buff / cinephile audience</a:t>
            </a:r>
          </a:p>
          <a:p>
            <a:pPr marL="0" indent="0">
              <a:buNone/>
            </a:pPr>
            <a:endParaRPr lang="en-GB">
              <a:latin typeface="Cambria"/>
              <a:ea typeface="Cambria"/>
            </a:endParaRPr>
          </a:p>
          <a:p>
            <a:r>
              <a:rPr lang="en-GB">
                <a:latin typeface="Cambria"/>
                <a:ea typeface="Cambria"/>
              </a:rPr>
              <a:t>Store uses the dashboard to inform decisions on what films to stock and promote</a:t>
            </a:r>
          </a:p>
          <a:p>
            <a:pPr marL="0" indent="0">
              <a:buNone/>
            </a:pPr>
            <a:endParaRPr lang="en-GB">
              <a:latin typeface="Cambria"/>
              <a:ea typeface="Cambria"/>
            </a:endParaRPr>
          </a:p>
          <a:p>
            <a:r>
              <a:rPr lang="en-GB">
                <a:latin typeface="Cambria"/>
                <a:ea typeface="Cambria"/>
              </a:rPr>
              <a:t>Dashboard can also be used to search for films and identify hidden gems using a </a:t>
            </a:r>
            <a:r>
              <a:rPr lang="en-GB" b="1">
                <a:latin typeface="Cambria"/>
                <a:ea typeface="Cambria"/>
              </a:rPr>
              <a:t>gems scoring system</a:t>
            </a:r>
            <a:endParaRPr lang="en-GB">
              <a:latin typeface="Cambria"/>
              <a:ea typeface="Cambria"/>
            </a:endParaRPr>
          </a:p>
          <a:p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33DD9C-9BFE-7192-E383-9032D6A914FC}"/>
              </a:ext>
            </a:extLst>
          </p:cNvPr>
          <p:cNvSpPr txBox="1">
            <a:spLocks/>
          </p:cNvSpPr>
          <p:nvPr/>
        </p:nvSpPr>
        <p:spPr>
          <a:xfrm>
            <a:off x="-2628" y="-2737"/>
            <a:ext cx="12197253" cy="800046"/>
          </a:xfrm>
          <a:prstGeom prst="rect">
            <a:avLst/>
          </a:prstGeom>
          <a:solidFill>
            <a:srgbClr val="922D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chemeClr val="bg1"/>
                </a:solidFill>
                <a:latin typeface="Latha"/>
                <a:cs typeface="Latha"/>
              </a:rPr>
              <a:t>Our Idea</a:t>
            </a:r>
          </a:p>
        </p:txBody>
      </p:sp>
      <p:pic>
        <p:nvPicPr>
          <p:cNvPr id="2" name="Picture 1" descr="A group of people sitting in blue seats&#10;&#10;AI-generated content may be incorrect.">
            <a:extLst>
              <a:ext uri="{FF2B5EF4-FFF2-40B4-BE49-F238E27FC236}">
                <a16:creationId xmlns:a16="http://schemas.microsoft.com/office/drawing/2014/main" id="{0902B29B-282E-78C4-2936-681F6AB34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71" r="10593" b="317"/>
          <a:stretch>
            <a:fillRect/>
          </a:stretch>
        </p:blipFill>
        <p:spPr>
          <a:xfrm>
            <a:off x="6974809" y="1926771"/>
            <a:ext cx="4296067" cy="37773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701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E1430-B1CD-955F-C5C0-D1C3E038D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81" y="2086837"/>
            <a:ext cx="3628604" cy="35082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>
                <a:latin typeface="Cambria" panose="02040503050406030204" pitchFamily="18" charset="0"/>
                <a:ea typeface="Cambria" panose="02040503050406030204" pitchFamily="18" charset="0"/>
              </a:rPr>
              <a:t>Created a dashboard </a:t>
            </a:r>
          </a:p>
          <a:p>
            <a:r>
              <a:rPr lang="en-GB" sz="2400">
                <a:latin typeface="Cambria" panose="02040503050406030204" pitchFamily="18" charset="0"/>
                <a:ea typeface="Cambria" panose="02040503050406030204" pitchFamily="18" charset="0"/>
              </a:rPr>
              <a:t>Film recommendations with filters</a:t>
            </a:r>
          </a:p>
          <a:p>
            <a:r>
              <a:rPr lang="en-GB" sz="2400">
                <a:latin typeface="Cambria"/>
                <a:ea typeface="Cambria"/>
              </a:rPr>
              <a:t>Implemented </a:t>
            </a:r>
            <a:r>
              <a:rPr lang="en-GB" sz="2400" b="1">
                <a:latin typeface="Cambria"/>
                <a:ea typeface="Cambria"/>
              </a:rPr>
              <a:t>gems scoring system</a:t>
            </a:r>
          </a:p>
          <a:p>
            <a:r>
              <a:rPr lang="en-GB" sz="2400">
                <a:latin typeface="Cambria" panose="02040503050406030204" pitchFamily="18" charset="0"/>
                <a:ea typeface="Cambria" panose="02040503050406030204" pitchFamily="18" charset="0"/>
              </a:rPr>
              <a:t>Created page</a:t>
            </a:r>
          </a:p>
          <a:p>
            <a:pPr lvl="1"/>
            <a:r>
              <a:rPr lang="en-GB" sz="2000">
                <a:latin typeface="Cambria" panose="02040503050406030204" pitchFamily="18" charset="0"/>
                <a:ea typeface="Cambria" panose="02040503050406030204" pitchFamily="18" charset="0"/>
              </a:rPr>
              <a:t>Top films by specification</a:t>
            </a:r>
          </a:p>
          <a:p>
            <a:pPr lvl="1"/>
            <a:r>
              <a:rPr lang="en-GB" sz="2000">
                <a:latin typeface="Cambria" panose="02040503050406030204" pitchFamily="18" charset="0"/>
                <a:ea typeface="Cambria" panose="02040503050406030204" pitchFamily="18" charset="0"/>
              </a:rPr>
              <a:t>Display analytics</a:t>
            </a:r>
          </a:p>
          <a:p>
            <a:pPr lvl="1"/>
            <a:r>
              <a:rPr lang="en-GB" sz="2000">
                <a:latin typeface="Cambria" panose="02040503050406030204" pitchFamily="18" charset="0"/>
                <a:ea typeface="Cambria" panose="02040503050406030204" pitchFamily="18" charset="0"/>
              </a:rPr>
              <a:t>Browse full stored data</a:t>
            </a:r>
          </a:p>
          <a:p>
            <a:pPr lvl="1"/>
            <a:endParaRPr lang="en-GB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86C8F6-1710-C5A6-8F6B-D212029B739B}"/>
              </a:ext>
            </a:extLst>
          </p:cNvPr>
          <p:cNvSpPr txBox="1">
            <a:spLocks/>
          </p:cNvSpPr>
          <p:nvPr/>
        </p:nvSpPr>
        <p:spPr>
          <a:xfrm>
            <a:off x="-2628" y="-2737"/>
            <a:ext cx="12197253" cy="800046"/>
          </a:xfrm>
          <a:prstGeom prst="rect">
            <a:avLst/>
          </a:prstGeom>
          <a:solidFill>
            <a:srgbClr val="922D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chemeClr val="bg1"/>
                </a:solidFill>
                <a:latin typeface="Latha"/>
                <a:cs typeface="Latha"/>
              </a:rPr>
              <a:t>Our Product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664987-C84C-62C7-D77A-76573E99B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26" y="2636239"/>
            <a:ext cx="4252940" cy="23333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5696A0-9F1A-8E69-2E59-3C77B3374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676" y="1756901"/>
            <a:ext cx="8041642" cy="416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1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9CC759-DAC5-CB8D-AFD8-C7AF9247317F}"/>
              </a:ext>
            </a:extLst>
          </p:cNvPr>
          <p:cNvSpPr txBox="1">
            <a:spLocks/>
          </p:cNvSpPr>
          <p:nvPr/>
        </p:nvSpPr>
        <p:spPr>
          <a:xfrm>
            <a:off x="-2628" y="-2737"/>
            <a:ext cx="12197253" cy="800046"/>
          </a:xfrm>
          <a:prstGeom prst="rect">
            <a:avLst/>
          </a:prstGeom>
          <a:solidFill>
            <a:srgbClr val="922D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chemeClr val="bg1"/>
                </a:solidFill>
                <a:latin typeface="Latha"/>
                <a:cs typeface="Latha"/>
              </a:rPr>
              <a:t>Gems Score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8A41E5-8078-AC45-ADB3-2944DB5839B5}"/>
                  </a:ext>
                </a:extLst>
              </p:cNvPr>
              <p:cNvSpPr txBox="1"/>
              <p:nvPr/>
            </p:nvSpPr>
            <p:spPr>
              <a:xfrm>
                <a:off x="3545035" y="1013630"/>
                <a:ext cx="4717638" cy="575157"/>
              </a:xfrm>
              <a:prstGeom prst="rect">
                <a:avLst/>
              </a:prstGeom>
              <a:solidFill>
                <a:srgbClr val="59C9A5"/>
              </a:solidFill>
              <a:ln w="19050">
                <a:solidFill>
                  <a:srgbClr val="922D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rgbClr val="501537"/>
                          </a:solidFill>
                          <a:latin typeface="Cambria Math" panose="02040503050406030204" pitchFamily="18" charset="0"/>
                        </a:rPr>
                        <m:t>score</m:t>
                      </m:r>
                      <m:r>
                        <a:rPr lang="en-GB" b="0" i="0" smtClean="0">
                          <a:solidFill>
                            <a:srgbClr val="501537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50153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rgbClr val="501537"/>
                              </a:solidFill>
                              <a:latin typeface="Cambria Math" panose="02040503050406030204" pitchFamily="18" charset="0"/>
                            </a:rPr>
                            <m:t>vote</m:t>
                          </m:r>
                          <m:r>
                            <a:rPr lang="en-GB" b="0" i="1" smtClean="0">
                              <a:solidFill>
                                <a:srgbClr val="501537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rgbClr val="501537"/>
                              </a:solidFill>
                              <a:latin typeface="Cambria Math" panose="02040503050406030204" pitchFamily="18" charset="0"/>
                            </a:rPr>
                            <m:t>average</m:t>
                          </m:r>
                          <m:r>
                            <a:rPr lang="en-GB" b="0" i="1" smtClean="0">
                              <a:solidFill>
                                <a:srgbClr val="501537"/>
                              </a:solidFill>
                              <a:latin typeface="Cambria Math" panose="02040503050406030204" pitchFamily="18" charset="0"/>
                            </a:rPr>
                            <m:t> × </m:t>
                          </m:r>
                          <m:func>
                            <m:funcPr>
                              <m:ctrlPr>
                                <a:rPr lang="en-GB" b="0" i="1" smtClean="0">
                                  <a:solidFill>
                                    <a:srgbClr val="50153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solidFill>
                                    <a:srgbClr val="50153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b="0" i="1" smtClean="0">
                                  <a:solidFill>
                                    <a:srgbClr val="50153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solidFill>
                                    <a:srgbClr val="501537"/>
                                  </a:solidFill>
                                  <a:latin typeface="Cambria Math" panose="02040503050406030204" pitchFamily="18" charset="0"/>
                                </a:rPr>
                                <m:t>vote</m:t>
                              </m:r>
                              <m:r>
                                <a:rPr lang="en-GB" b="0" i="1" smtClean="0">
                                  <a:solidFill>
                                    <a:srgbClr val="501537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solidFill>
                                    <a:srgbClr val="501537"/>
                                  </a:solidFill>
                                  <a:latin typeface="Cambria Math" panose="02040503050406030204" pitchFamily="18" charset="0"/>
                                </a:rPr>
                                <m:t>count</m:t>
                              </m:r>
                              <m:r>
                                <a:rPr lang="en-GB" b="0" i="1" smtClean="0">
                                  <a:solidFill>
                                    <a:srgbClr val="501537"/>
                                  </a:solidFill>
                                  <a:latin typeface="Cambria Math" panose="02040503050406030204" pitchFamily="18" charset="0"/>
                                </a:rPr>
                                <m:t> + 1)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lang="en-GB" b="0" i="1" smtClean="0">
                              <a:solidFill>
                                <a:srgbClr val="501537"/>
                              </a:solidFill>
                              <a:latin typeface="Cambria Math" panose="02040503050406030204" pitchFamily="18" charset="0"/>
                            </a:rPr>
                            <m:t>popularity</m:t>
                          </m:r>
                          <m:r>
                            <a:rPr lang="en-GB" b="0" i="1" smtClean="0">
                              <a:solidFill>
                                <a:srgbClr val="501537"/>
                              </a:solidFill>
                              <a:latin typeface="Cambria Math" panose="02040503050406030204" pitchFamily="18" charset="0"/>
                            </a:rPr>
                            <m:t> + 1</m:t>
                          </m:r>
                        </m:den>
                      </m:f>
                    </m:oMath>
                  </m:oMathPara>
                </a14:m>
                <a:endParaRPr lang="en-GB">
                  <a:solidFill>
                    <a:srgbClr val="501537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8A41E5-8078-AC45-ADB3-2944DB583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035" y="1013630"/>
                <a:ext cx="4717638" cy="575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922D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6DB76DB-6220-116F-5B28-4ADB926AAE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498"/>
          <a:stretch>
            <a:fillRect/>
          </a:stretch>
        </p:blipFill>
        <p:spPr>
          <a:xfrm>
            <a:off x="994070" y="1805108"/>
            <a:ext cx="9819568" cy="4834991"/>
          </a:xfrm>
          <a:prstGeom prst="rect">
            <a:avLst/>
          </a:prstGeom>
          <a:ln w="19050">
            <a:solidFill>
              <a:srgbClr val="922D50"/>
            </a:solidFill>
          </a:ln>
        </p:spPr>
      </p:pic>
    </p:spTree>
    <p:extLst>
      <p:ext uri="{BB962C8B-B14F-4D97-AF65-F5344CB8AC3E}">
        <p14:creationId xmlns:p14="http://schemas.microsoft.com/office/powerpoint/2010/main" val="260396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613B83C-4482-E787-5119-8C35B9F3B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00" r="37500"/>
          <a:stretch>
            <a:fillRect/>
          </a:stretch>
        </p:blipFill>
        <p:spPr>
          <a:xfrm>
            <a:off x="7384859" y="1182800"/>
            <a:ext cx="3048000" cy="5137150"/>
          </a:xfrm>
          <a:prstGeom prst="rect">
            <a:avLst/>
          </a:prstGeom>
          <a:ln w="19050">
            <a:solidFill>
              <a:srgbClr val="922D50"/>
            </a:solidFill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A4E0F33-A74D-E2F6-160F-6E668989C810}"/>
              </a:ext>
            </a:extLst>
          </p:cNvPr>
          <p:cNvSpPr txBox="1">
            <a:spLocks/>
          </p:cNvSpPr>
          <p:nvPr/>
        </p:nvSpPr>
        <p:spPr>
          <a:xfrm>
            <a:off x="-2628" y="-2737"/>
            <a:ext cx="12197253" cy="800046"/>
          </a:xfrm>
          <a:prstGeom prst="rect">
            <a:avLst/>
          </a:prstGeom>
          <a:solidFill>
            <a:srgbClr val="922D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chemeClr val="bg1"/>
                </a:solidFill>
                <a:latin typeface="Latha"/>
                <a:cs typeface="Latha"/>
              </a:rPr>
              <a:t>Data Pipeline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838DD9-DC6C-9C6A-33FF-31CA3949D927}"/>
              </a:ext>
            </a:extLst>
          </p:cNvPr>
          <p:cNvSpPr txBox="1"/>
          <p:nvPr/>
        </p:nvSpPr>
        <p:spPr>
          <a:xfrm>
            <a:off x="884729" y="2430279"/>
            <a:ext cx="52112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Cambria" panose="02040503050406030204" pitchFamily="18" charset="0"/>
                <a:ea typeface="Cambria" panose="02040503050406030204" pitchFamily="18" charset="0"/>
              </a:rPr>
              <a:t>Previously loaded and processed data from the API is cached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>
                <a:latin typeface="Cambria" panose="02040503050406030204" pitchFamily="18" charset="0"/>
                <a:ea typeface="Cambria" panose="02040503050406030204" pitchFamily="18" charset="0"/>
              </a:rPr>
              <a:t>Ensures speedy data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>
                <a:latin typeface="Cambria" panose="02040503050406030204" pitchFamily="18" charset="0"/>
                <a:ea typeface="Cambria" panose="02040503050406030204" pitchFamily="18" charset="0"/>
              </a:rPr>
              <a:t>Reduces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>
                <a:latin typeface="Cambria" panose="02040503050406030204" pitchFamily="18" charset="0"/>
                <a:ea typeface="Cambria" panose="02040503050406030204" pitchFamily="18" charset="0"/>
              </a:rPr>
              <a:t>Regularly updates with new data from API</a:t>
            </a:r>
          </a:p>
        </p:txBody>
      </p:sp>
    </p:spTree>
    <p:extLst>
      <p:ext uri="{BB962C8B-B14F-4D97-AF65-F5344CB8AC3E}">
        <p14:creationId xmlns:p14="http://schemas.microsoft.com/office/powerpoint/2010/main" val="118579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446B35-5887-0F2A-9F7B-EA59B841600E}"/>
              </a:ext>
            </a:extLst>
          </p:cNvPr>
          <p:cNvSpPr txBox="1">
            <a:spLocks/>
          </p:cNvSpPr>
          <p:nvPr/>
        </p:nvSpPr>
        <p:spPr>
          <a:xfrm>
            <a:off x="-2628" y="-2737"/>
            <a:ext cx="12197253" cy="800046"/>
          </a:xfrm>
          <a:prstGeom prst="rect">
            <a:avLst/>
          </a:prstGeom>
          <a:solidFill>
            <a:srgbClr val="922D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chemeClr val="bg1"/>
                </a:solidFill>
                <a:latin typeface="Latha"/>
                <a:cs typeface="Latha"/>
              </a:rPr>
              <a:t>Insights/Next steps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A8ED88-7AB6-B464-6078-AAB6CB055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361"/>
            <a:ext cx="10515600" cy="46963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GB" b="1">
                <a:latin typeface="Cambria"/>
                <a:ea typeface="Cambria"/>
              </a:rPr>
              <a:t>Short term</a:t>
            </a:r>
            <a:r>
              <a:rPr lang="en-GB">
                <a:latin typeface="Cambria"/>
                <a:ea typeface="Cambria"/>
              </a:rPr>
              <a:t>:</a:t>
            </a:r>
          </a:p>
          <a:p>
            <a:pPr lvl="1"/>
            <a:r>
              <a:rPr lang="en-GB">
                <a:latin typeface="Cambria"/>
                <a:ea typeface="Cambria"/>
              </a:rPr>
              <a:t>Better selection of films</a:t>
            </a:r>
            <a:endParaRPr lang="en-US">
              <a:latin typeface="Cambria"/>
              <a:ea typeface="Cambria"/>
            </a:endParaRPr>
          </a:p>
          <a:p>
            <a:pPr lvl="1"/>
            <a:r>
              <a:rPr lang="en-GB">
                <a:latin typeface="Cambria"/>
                <a:ea typeface="Cambria"/>
              </a:rPr>
              <a:t>Better sales for collectables/rentals</a:t>
            </a:r>
            <a:endParaRPr lang="en-US">
              <a:latin typeface="Cambria"/>
              <a:ea typeface="Cambria"/>
            </a:endParaRPr>
          </a:p>
          <a:p>
            <a:pPr lvl="1"/>
            <a:endParaRPr lang="en-GB">
              <a:latin typeface="Cambria"/>
              <a:ea typeface="Cambria"/>
            </a:endParaRPr>
          </a:p>
          <a:p>
            <a:pPr lvl="1"/>
            <a:r>
              <a:rPr lang="en-GB" b="1">
                <a:latin typeface="Cambria"/>
                <a:ea typeface="Cambria"/>
              </a:rPr>
              <a:t>Long term:</a:t>
            </a:r>
          </a:p>
          <a:p>
            <a:pPr lvl="1"/>
            <a:r>
              <a:rPr lang="en-GB">
                <a:latin typeface="Cambria"/>
                <a:ea typeface="Cambria"/>
              </a:rPr>
              <a:t>Strengthen </a:t>
            </a:r>
            <a:r>
              <a:rPr lang="en-GB" err="1">
                <a:latin typeface="Cambria"/>
                <a:ea typeface="Cambria"/>
              </a:rPr>
              <a:t>Moviever's</a:t>
            </a:r>
            <a:r>
              <a:rPr lang="en-GB">
                <a:latin typeface="Cambria"/>
                <a:ea typeface="Cambria"/>
              </a:rPr>
              <a:t> niche and brand</a:t>
            </a:r>
          </a:p>
          <a:p>
            <a:pPr marL="457200" lvl="1" indent="0">
              <a:buNone/>
            </a:pPr>
            <a:endParaRPr lang="en-GB">
              <a:latin typeface="Cambria"/>
              <a:ea typeface="Cambria"/>
            </a:endParaRPr>
          </a:p>
          <a:p>
            <a:pPr lvl="1"/>
            <a:r>
              <a:rPr lang="en-GB" b="1">
                <a:latin typeface="Cambria"/>
                <a:ea typeface="Cambria"/>
              </a:rPr>
              <a:t>Insights:</a:t>
            </a:r>
          </a:p>
          <a:p>
            <a:pPr lvl="1"/>
            <a:r>
              <a:rPr lang="en-GB">
                <a:latin typeface="Cambria"/>
                <a:ea typeface="Cambria"/>
              </a:rPr>
              <a:t>Check sales figures before and after release</a:t>
            </a:r>
          </a:p>
          <a:p>
            <a:pPr lvl="1"/>
            <a:r>
              <a:rPr lang="en-GB">
                <a:latin typeface="Cambria"/>
                <a:ea typeface="Cambria"/>
              </a:rPr>
              <a:t>Compare sales figures for collections</a:t>
            </a:r>
            <a:endParaRPr lang="en-GB"/>
          </a:p>
          <a:p>
            <a:pPr lvl="1"/>
            <a:endParaRPr lang="en-GB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35968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Moviever Proof of Concept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H</dc:creator>
  <cp:revision>1</cp:revision>
  <dcterms:created xsi:type="dcterms:W3CDTF">2026-02-05T11:30:17Z</dcterms:created>
  <dcterms:modified xsi:type="dcterms:W3CDTF">2026-02-05T14:44:35Z</dcterms:modified>
</cp:coreProperties>
</file>